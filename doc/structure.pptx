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7"/>
  </p:normalViewPr>
  <p:slideViewPr>
    <p:cSldViewPr snapToGrid="0">
      <p:cViewPr varScale="1">
        <p:scale>
          <a:sx n="110" d="100"/>
          <a:sy n="110" d="100"/>
        </p:scale>
        <p:origin x="-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D2792-6221-FAFF-1271-6BE66F38B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B524F5-C5A3-1097-E85A-7943731FE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3214EC-A141-62AB-AAF5-DC6BE22A6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445BB4-4FB6-6634-CAD5-D55ED17A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D3DDFB-B489-4FB3-586C-CCDA77D84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71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3EDB5A-B3C6-0027-C648-BCFF2159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4E9B58-1259-1EEB-50F7-3072ADC61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0073BD-8BD7-8150-65A3-7C77D8E4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4F8ACC-1D59-D5AF-2FA0-B9B69BBB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FC4A42-5D8F-8B7B-CAEE-C6D637CB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10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EA0F14-C1CB-2859-0DD8-FD69C85A9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419B65-9CDF-81D2-6305-004D9E699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E0443D-C8DD-6F87-53EB-27EA341C9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EDA637-39C2-466D-2993-5219466D8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4F0A15-2A66-9F45-4BF1-D15DEAF4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834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74BA6A-E612-286E-42A4-99302CCC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4090DA-D503-C92F-C1ED-898A675C1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D4EC30-B703-91AF-F83B-5B49F7743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C83BA1-D438-8379-8620-5FA7FA88A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487944-8F6D-71E6-F18D-25EA030DC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FB13E7-8418-61C3-C6CA-50175366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187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165B51-64DC-278A-92C5-AC1CF6448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7EDB69-A40B-7C5C-5719-61F6C4F9E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B7ABB3-CD5D-622B-6BF4-A34343AFB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D73E4D8-F9F8-41CB-8BF2-EF56485AD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15F5960-FC45-A88A-2D68-9DE176BC6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7B9B40B-EB5D-79E1-875A-C1F2E6A8F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8C212C6-7B24-1DA0-62D6-76832C2D7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DFD0E19-CCC4-099A-D25C-C96AE97C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085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CD52EA-C89D-A4F7-A955-5F24C6502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51884F0-BFE9-DB26-197D-214F6A44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0730D12-567C-6675-CFB4-5DD501B6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3222419-0ED7-23BC-EBFC-B30C2A6F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4263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2E31DD2-FBE2-14E6-60B0-7CECDC04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A824F3E-E577-6BD9-E99B-CBC4FB98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0582A4-C962-8BB5-101D-6623FEC6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169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3E6135-FF5C-AA11-89D1-7BFE48FEF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E8B1E2-F6EF-FBD7-5573-F45B748B6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F211A6-8B04-D610-8435-A502583D1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1D2BD7-A0A9-F488-5E0E-611A0AE1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99DD36-1606-DDDA-485F-FDE1893D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FBD2EB-2D84-54C1-04CE-39E4E38F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08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5B6E7-DF17-6FD9-08F8-5005D7295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1AA1397-8B87-AE01-EF33-B153A667F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48E124-B358-A204-40CF-71A62F1FD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D2C1C9-3886-72DE-D143-1251B5A4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5F649A-177E-ED61-ECC6-28593DDB1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FCAC50-7F10-6D68-6821-BFADCA4C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91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B152C-EF48-FCEA-C416-458C71B8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0AED4D3-D0C0-7E20-A2DD-AE47ECE19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C73ADB-4EB2-9378-740A-248A64BB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589D70-BDCE-1DDA-ADD1-F7BA4C96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2897A3-2E99-66A8-8166-C326558C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48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2A5189C-D6E4-71DB-E1A6-442484EB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245217-88E5-7A38-8E85-0C0E7BC6F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AF5556-46C7-9E35-53FA-59612174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45378A-EB9E-1EF4-CBBC-88B8133D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DB919C-E0D0-7B51-2467-778EC211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1440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125A2A0-AAC9-B8D3-4585-0AF88CA7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2DC1FC-59DD-998E-BF71-C7E1416F9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E8A7D4-3CE1-D463-0A3C-2150F9B7D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0AC9B-08BA-FA47-85D5-8B171D71C225}" type="datetimeFigureOut">
              <a:rPr kumimoji="1" lang="ja-JP" altLang="en-US" smtClean="0"/>
              <a:t>2025/12/30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455604-C3B5-9D83-DD4D-D8C2582A4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BF813B-AC28-6245-CA94-2024BF9B2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E603F-207A-1748-990D-63D4EE34B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11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81AEED-0EF1-B15C-C09D-49C316D45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9400534-F545-01C7-A2F5-55DFB69A36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1678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6A79A19-E4DA-E111-0D13-A1792DC8FE25}"/>
              </a:ext>
            </a:extLst>
          </p:cNvPr>
          <p:cNvSpPr/>
          <p:nvPr/>
        </p:nvSpPr>
        <p:spPr>
          <a:xfrm>
            <a:off x="4909595" y="1680257"/>
            <a:ext cx="2372810" cy="995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選択</a:t>
            </a:r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529E550-DA30-014F-25FD-7381CA9AADD9}"/>
              </a:ext>
            </a:extLst>
          </p:cNvPr>
          <p:cNvSpPr/>
          <p:nvPr/>
        </p:nvSpPr>
        <p:spPr>
          <a:xfrm>
            <a:off x="3061023" y="3313255"/>
            <a:ext cx="1780572" cy="995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書き起こし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C27B91E-7608-D0F7-12C1-B714480DFDC2}"/>
              </a:ext>
            </a:extLst>
          </p:cNvPr>
          <p:cNvSpPr/>
          <p:nvPr/>
        </p:nvSpPr>
        <p:spPr>
          <a:xfrm>
            <a:off x="5205714" y="3313255"/>
            <a:ext cx="1780572" cy="995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形態素解析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72926DF-B876-811F-2960-12C0DF0F71A7}"/>
              </a:ext>
            </a:extLst>
          </p:cNvPr>
          <p:cNvSpPr/>
          <p:nvPr/>
        </p:nvSpPr>
        <p:spPr>
          <a:xfrm>
            <a:off x="8876820" y="3313255"/>
            <a:ext cx="1916573" cy="995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アラインメント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66B46C1-3E03-983B-37A0-0CD77CDF3294}"/>
              </a:ext>
            </a:extLst>
          </p:cNvPr>
          <p:cNvSpPr/>
          <p:nvPr/>
        </p:nvSpPr>
        <p:spPr>
          <a:xfrm>
            <a:off x="4909595" y="4946253"/>
            <a:ext cx="2372810" cy="995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終了</a:t>
            </a:r>
            <a:r>
              <a:rPr lang="en-US" altLang="ja-JP" dirty="0"/>
              <a:t>/</a:t>
            </a:r>
            <a:r>
              <a:rPr lang="ja-JP" altLang="en-US"/>
              <a:t>継続</a:t>
            </a:r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4754E1E-C02A-3F2F-A93E-3FC0005EE5FC}"/>
              </a:ext>
            </a:extLst>
          </p:cNvPr>
          <p:cNvSpPr/>
          <p:nvPr/>
        </p:nvSpPr>
        <p:spPr>
          <a:xfrm>
            <a:off x="7932518" y="1680257"/>
            <a:ext cx="2372810" cy="995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初期設定</a:t>
            </a:r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C29DD11-7A28-6166-2C1C-B0FBBAA5A625}"/>
              </a:ext>
            </a:extLst>
          </p:cNvPr>
          <p:cNvSpPr/>
          <p:nvPr/>
        </p:nvSpPr>
        <p:spPr>
          <a:xfrm>
            <a:off x="4909595" y="187124"/>
            <a:ext cx="2372810" cy="9954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起動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894B140E-C476-CC50-AE28-B16A4B9A2969}"/>
              </a:ext>
            </a:extLst>
          </p:cNvPr>
          <p:cNvCxnSpPr>
            <a:stCxn id="10" idx="2"/>
            <a:endCxn id="9" idx="0"/>
          </p:cNvCxnSpPr>
          <p:nvPr/>
        </p:nvCxnSpPr>
        <p:spPr>
          <a:xfrm>
            <a:off x="6096000" y="1182546"/>
            <a:ext cx="3022923" cy="497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38F6EC5-4BB3-5CAD-56F3-0C50F41E417D}"/>
              </a:ext>
            </a:extLst>
          </p:cNvPr>
          <p:cNvCxnSpPr>
            <a:cxnSpLocks/>
            <a:stCxn id="10" idx="2"/>
            <a:endCxn id="4" idx="0"/>
          </p:cNvCxnSpPr>
          <p:nvPr/>
        </p:nvCxnSpPr>
        <p:spPr>
          <a:xfrm>
            <a:off x="6096000" y="1182546"/>
            <a:ext cx="0" cy="497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FFF7E90-F2C5-5004-580D-6DE3E8DA044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951309" y="2675679"/>
            <a:ext cx="2144691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0B0B2A9-7674-6EAD-4603-0BCB0FCD2609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096000" y="2675679"/>
            <a:ext cx="3739107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81994831-B902-5588-5675-D110B4AE2DBF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096000" y="2675679"/>
            <a:ext cx="0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163EF05-6549-6B2F-8126-E9726A32EE3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951309" y="4308677"/>
            <a:ext cx="2144691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AA78E42-5A1E-EB67-2E69-27412914364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6096000" y="4308677"/>
            <a:ext cx="0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27FCC59-9FA7-0E22-EFFA-E4F14F5618F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6096000" y="4308677"/>
            <a:ext cx="3739107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D849FFB-FA3C-2783-6AA2-D019776A9FB2}"/>
              </a:ext>
            </a:extLst>
          </p:cNvPr>
          <p:cNvCxnSpPr>
            <a:cxnSpLocks/>
          </p:cNvCxnSpPr>
          <p:nvPr/>
        </p:nvCxnSpPr>
        <p:spPr>
          <a:xfrm flipH="1">
            <a:off x="578734" y="5447827"/>
            <a:ext cx="45392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9CF247BE-07A8-5609-A005-A71C527F556D}"/>
              </a:ext>
            </a:extLst>
          </p:cNvPr>
          <p:cNvCxnSpPr>
            <a:cxnSpLocks/>
            <a:stCxn id="9" idx="1"/>
            <a:endCxn id="4" idx="3"/>
          </p:cNvCxnSpPr>
          <p:nvPr/>
        </p:nvCxnSpPr>
        <p:spPr>
          <a:xfrm flipH="1">
            <a:off x="7282405" y="2177968"/>
            <a:ext cx="6501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699C6C72-4871-2FCA-8D96-1D4638D5B6DC}"/>
              </a:ext>
            </a:extLst>
          </p:cNvPr>
          <p:cNvCxnSpPr>
            <a:cxnSpLocks/>
          </p:cNvCxnSpPr>
          <p:nvPr/>
        </p:nvCxnSpPr>
        <p:spPr>
          <a:xfrm flipV="1">
            <a:off x="578734" y="2177968"/>
            <a:ext cx="0" cy="3265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DF7218A0-BE27-25A8-D6C0-C455A82D4EE3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78734" y="2177968"/>
            <a:ext cx="43308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F1C8F9D-5830-24AF-6ED5-5BF21E002D53}"/>
              </a:ext>
            </a:extLst>
          </p:cNvPr>
          <p:cNvSpPr/>
          <p:nvPr/>
        </p:nvSpPr>
        <p:spPr>
          <a:xfrm>
            <a:off x="10877791" y="3313255"/>
            <a:ext cx="1470950" cy="995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全部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87DA32FA-DA40-905B-036C-1D1318B9CEFE}"/>
              </a:ext>
            </a:extLst>
          </p:cNvPr>
          <p:cNvSpPr/>
          <p:nvPr/>
        </p:nvSpPr>
        <p:spPr>
          <a:xfrm>
            <a:off x="942854" y="3313255"/>
            <a:ext cx="1780572" cy="995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w</a:t>
            </a:r>
            <a:r>
              <a:rPr kumimoji="1" lang="en-US" altLang="ja-JP" dirty="0"/>
              <a:t>av</a:t>
            </a:r>
            <a:r>
              <a:rPr kumimoji="1" lang="ja-JP" altLang="en-US"/>
              <a:t>変換</a:t>
            </a:r>
            <a:endParaRPr kumimoji="1" lang="en-US" altLang="ja-JP" dirty="0"/>
          </a:p>
          <a:p>
            <a:pPr algn="ctr"/>
            <a:r>
              <a:rPr lang="ja-JP" altLang="en-US"/>
              <a:t>（音質改善）</a:t>
            </a:r>
            <a:endParaRPr kumimoji="1" lang="ja-JP" altLang="en-US"/>
          </a:p>
        </p:txBody>
      </p: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D58B6A0B-D03B-AC25-A7E6-E53BAE26AEA0}"/>
              </a:ext>
            </a:extLst>
          </p:cNvPr>
          <p:cNvCxnSpPr>
            <a:cxnSpLocks/>
            <a:stCxn id="4" idx="2"/>
            <a:endCxn id="68" idx="0"/>
          </p:cNvCxnSpPr>
          <p:nvPr/>
        </p:nvCxnSpPr>
        <p:spPr>
          <a:xfrm flipH="1">
            <a:off x="1833140" y="2675679"/>
            <a:ext cx="4262860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7FDF5ABB-0E78-12F8-9FFB-E6744CD770EB}"/>
              </a:ext>
            </a:extLst>
          </p:cNvPr>
          <p:cNvCxnSpPr>
            <a:cxnSpLocks/>
            <a:stCxn id="68" idx="2"/>
            <a:endCxn id="8" idx="0"/>
          </p:cNvCxnSpPr>
          <p:nvPr/>
        </p:nvCxnSpPr>
        <p:spPr>
          <a:xfrm>
            <a:off x="1833140" y="4308677"/>
            <a:ext cx="4262860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0A3F7EB6-5896-85EB-0EAE-94E788E32B4E}"/>
              </a:ext>
            </a:extLst>
          </p:cNvPr>
          <p:cNvCxnSpPr>
            <a:cxnSpLocks/>
            <a:stCxn id="67" idx="2"/>
            <a:endCxn id="8" idx="0"/>
          </p:cNvCxnSpPr>
          <p:nvPr/>
        </p:nvCxnSpPr>
        <p:spPr>
          <a:xfrm flipH="1">
            <a:off x="6096000" y="4308677"/>
            <a:ext cx="5517266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AB9BC2A5-59B5-BB90-6959-8410D637FF98}"/>
              </a:ext>
            </a:extLst>
          </p:cNvPr>
          <p:cNvCxnSpPr>
            <a:cxnSpLocks/>
            <a:stCxn id="4" idx="2"/>
            <a:endCxn id="67" idx="0"/>
          </p:cNvCxnSpPr>
          <p:nvPr/>
        </p:nvCxnSpPr>
        <p:spPr>
          <a:xfrm>
            <a:off x="6096000" y="2675679"/>
            <a:ext cx="5517266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198FB6C7-D6BF-DE1F-A8B1-2351E340C1C4}"/>
              </a:ext>
            </a:extLst>
          </p:cNvPr>
          <p:cNvSpPr/>
          <p:nvPr/>
        </p:nvSpPr>
        <p:spPr>
          <a:xfrm>
            <a:off x="7041267" y="3313255"/>
            <a:ext cx="1780572" cy="995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マスキング</a:t>
            </a:r>
          </a:p>
        </p:txBody>
      </p:sp>
      <p:cxnSp>
        <p:nvCxnSpPr>
          <p:cNvPr id="106" name="直線矢印コネクタ 105">
            <a:extLst>
              <a:ext uri="{FF2B5EF4-FFF2-40B4-BE49-F238E27FC236}">
                <a16:creationId xmlns:a16="http://schemas.microsoft.com/office/drawing/2014/main" id="{2E6F6DD5-C61E-85B6-CF5F-F5BFA68E9764}"/>
              </a:ext>
            </a:extLst>
          </p:cNvPr>
          <p:cNvCxnSpPr>
            <a:cxnSpLocks/>
            <a:stCxn id="4" idx="2"/>
            <a:endCxn id="101" idx="0"/>
          </p:cNvCxnSpPr>
          <p:nvPr/>
        </p:nvCxnSpPr>
        <p:spPr>
          <a:xfrm>
            <a:off x="6096000" y="2675679"/>
            <a:ext cx="1835553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6B473420-F0FF-D9E6-8F17-6B53CD751FE0}"/>
              </a:ext>
            </a:extLst>
          </p:cNvPr>
          <p:cNvCxnSpPr>
            <a:cxnSpLocks/>
            <a:stCxn id="101" idx="2"/>
            <a:endCxn id="8" idx="0"/>
          </p:cNvCxnSpPr>
          <p:nvPr/>
        </p:nvCxnSpPr>
        <p:spPr>
          <a:xfrm flipH="1">
            <a:off x="6096000" y="4308677"/>
            <a:ext cx="1835553" cy="63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71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9768</TotalTime>
  <Words>19</Words>
  <Application>Microsoft Macintosh PowerPoint</Application>
  <PresentationFormat>ワイド画面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mori.taiga.5h@ms.c.kyoto-u.ac.jp</dc:creator>
  <cp:lastModifiedBy>mori.taiga.5h@ms.c.kyoto-u.ac.jp</cp:lastModifiedBy>
  <cp:revision>1</cp:revision>
  <dcterms:created xsi:type="dcterms:W3CDTF">2025-12-30T09:17:22Z</dcterms:created>
  <dcterms:modified xsi:type="dcterms:W3CDTF">2026-01-06T04:05:56Z</dcterms:modified>
</cp:coreProperties>
</file>